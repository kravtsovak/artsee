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FA30-C9B3-4704-8782-3BF7F9EBE9D0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A9DC-2DAB-472F-AF8A-C86B1E938B61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820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FA30-C9B3-4704-8782-3BF7F9EBE9D0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A9DC-2DAB-472F-AF8A-C86B1E938B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530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FA30-C9B3-4704-8782-3BF7F9EBE9D0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A9DC-2DAB-472F-AF8A-C86B1E938B61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6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FA30-C9B3-4704-8782-3BF7F9EBE9D0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A9DC-2DAB-472F-AF8A-C86B1E938B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843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FA30-C9B3-4704-8782-3BF7F9EBE9D0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A9DC-2DAB-472F-AF8A-C86B1E938B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4473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FA30-C9B3-4704-8782-3BF7F9EBE9D0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A9DC-2DAB-472F-AF8A-C86B1E938B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669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FA30-C9B3-4704-8782-3BF7F9EBE9D0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A9DC-2DAB-472F-AF8A-C86B1E938B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961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3F9FA30-C9B3-4704-8782-3BF7F9EBE9D0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E18A9DC-2DAB-472F-AF8A-C86B1E938B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1374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FA30-C9B3-4704-8782-3BF7F9EBE9D0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A9DC-2DAB-472F-AF8A-C86B1E938B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1483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FA30-C9B3-4704-8782-3BF7F9EBE9D0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A9DC-2DAB-472F-AF8A-C86B1E938B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2518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FA30-C9B3-4704-8782-3BF7F9EBE9D0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A9DC-2DAB-472F-AF8A-C86B1E938B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482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3F9FA30-C9B3-4704-8782-3BF7F9EBE9D0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E18A9DC-2DAB-472F-AF8A-C86B1E938B61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47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A34195-F79D-C791-CD09-CEC7F87D1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773568"/>
            <a:ext cx="10058400" cy="2411806"/>
          </a:xfrm>
        </p:spPr>
        <p:txBody>
          <a:bodyPr>
            <a:normAutofit/>
          </a:bodyPr>
          <a:lstStyle/>
          <a:p>
            <a:r>
              <a:rPr lang="ru-RU" dirty="0"/>
              <a:t>Каталог музейных  композиций «</a:t>
            </a:r>
            <a:r>
              <a:rPr lang="ru-RU" dirty="0" err="1"/>
              <a:t>ArtSee</a:t>
            </a:r>
            <a:r>
              <a:rPr lang="ru-RU" dirty="0"/>
              <a:t>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2C62B90-E78F-1A64-3D65-98C00C706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90410"/>
            <a:ext cx="10258872" cy="667389"/>
          </a:xfrm>
        </p:spPr>
        <p:txBody>
          <a:bodyPr/>
          <a:lstStyle/>
          <a:p>
            <a:pPr algn="r"/>
            <a:r>
              <a:rPr lang="ru-RU" dirty="0"/>
              <a:t>2023-ФГиИБ-ИСиТ-1б Кравцова Екатерина </a:t>
            </a:r>
          </a:p>
        </p:txBody>
      </p:sp>
    </p:spTree>
    <p:extLst>
      <p:ext uri="{BB962C8B-B14F-4D97-AF65-F5344CB8AC3E}">
        <p14:creationId xmlns:p14="http://schemas.microsoft.com/office/powerpoint/2010/main" val="3996876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E46EF4-3FAF-AF19-AD67-A6D6A9652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возможности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31AFC4-7146-B57D-B5CE-97D50423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/>
              <a:t>Цель проекта: Создание интуитивно понятного веб-каталога для доступа к цифровым коллекциям музеев России.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/>
              <a:t>Ключевые возможности: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800" dirty="0"/>
              <a:t> Поиск и фильтрация экспонатов по музею, типу, названию.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800" dirty="0"/>
              <a:t> Интерактивная карта музеев с информацией и экспонатами.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800" dirty="0"/>
              <a:t> Детальные карточки экспонатов с изображениями и метаданными.</a:t>
            </a:r>
          </a:p>
        </p:txBody>
      </p:sp>
    </p:spTree>
    <p:extLst>
      <p:ext uri="{BB962C8B-B14F-4D97-AF65-F5344CB8AC3E}">
        <p14:creationId xmlns:p14="http://schemas.microsoft.com/office/powerpoint/2010/main" val="118029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D4B842-47C0-D9E9-42A7-BD897AD6B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4132"/>
            <a:ext cx="10515600" cy="1236555"/>
          </a:xfrm>
        </p:spPr>
        <p:txBody>
          <a:bodyPr>
            <a:normAutofit/>
          </a:bodyPr>
          <a:lstStyle/>
          <a:p>
            <a:r>
              <a:rPr lang="ru-RU" dirty="0"/>
              <a:t>Основные функции и интерфейс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8F77FE-D88C-FE3B-7D93-3092E6AF9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</a:pPr>
            <a:r>
              <a:rPr lang="ru-RU" sz="2800" dirty="0"/>
              <a:t>Главная страница: Сетка экспонатов с фильтрами и пагинацией.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</a:pPr>
            <a:r>
              <a:rPr lang="ru-RU" sz="2800" dirty="0"/>
              <a:t>Страница музеев: Карта России с метками музеев и списком экспонатов.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</a:pPr>
            <a:r>
              <a:rPr lang="ru-RU" sz="2800" dirty="0"/>
              <a:t>Детальная страница экспоната: Галерея изображений, описание, технические характеристики.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505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B40336-A5D2-7645-ABBE-E9BE66F62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системы (</a:t>
            </a:r>
            <a:r>
              <a:rPr lang="en-US" dirty="0"/>
              <a:t>MVC)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2496C1-4359-DD30-DC2F-AA091BF8F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Model (Модель):</a:t>
            </a:r>
            <a:r>
              <a:rPr lang="ru-RU" dirty="0"/>
              <a:t> Структуры данных экспонатов. Отвечает за хранение и доступ к данным.</a:t>
            </a:r>
          </a:p>
          <a:p>
            <a:r>
              <a:rPr lang="ru-RU" b="1" dirty="0"/>
              <a:t>View (Представление):</a:t>
            </a:r>
            <a:endParaRPr lang="ru-RU" dirty="0"/>
          </a:p>
          <a:p>
            <a:pPr lvl="1"/>
            <a:r>
              <a:rPr lang="ru-RU" dirty="0" err="1"/>
              <a:t>Frontend</a:t>
            </a:r>
            <a:r>
              <a:rPr lang="ru-RU" dirty="0"/>
              <a:t>: </a:t>
            </a:r>
            <a:r>
              <a:rPr lang="ru-RU" b="1" dirty="0"/>
              <a:t>Vue.js</a:t>
            </a:r>
            <a:r>
              <a:rPr lang="ru-RU" dirty="0"/>
              <a:t> (реактивный интерфейс).</a:t>
            </a:r>
          </a:p>
          <a:p>
            <a:pPr lvl="1"/>
            <a:r>
              <a:rPr lang="ru-RU" dirty="0"/>
              <a:t>Server-</a:t>
            </a:r>
            <a:r>
              <a:rPr lang="ru-RU" dirty="0" err="1"/>
              <a:t>side</a:t>
            </a:r>
            <a:r>
              <a:rPr lang="ru-RU" dirty="0"/>
              <a:t>: </a:t>
            </a:r>
            <a:r>
              <a:rPr lang="ru-RU" b="1" dirty="0"/>
              <a:t>EJS</a:t>
            </a:r>
            <a:r>
              <a:rPr lang="ru-RU" dirty="0"/>
              <a:t> (панель администратора).</a:t>
            </a:r>
          </a:p>
          <a:p>
            <a:r>
              <a:rPr lang="ru-RU" b="1" dirty="0" err="1"/>
              <a:t>Controller</a:t>
            </a:r>
            <a:r>
              <a:rPr lang="ru-RU" b="1" dirty="0"/>
              <a:t> (Контроллер):</a:t>
            </a:r>
            <a:r>
              <a:rPr lang="ru-RU" dirty="0"/>
              <a:t> Сервер </a:t>
            </a:r>
            <a:r>
              <a:rPr lang="ru-RU" b="1" dirty="0"/>
              <a:t>Node.js/Express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Принимает запросы.</a:t>
            </a:r>
          </a:p>
          <a:p>
            <a:pPr lvl="1"/>
            <a:r>
              <a:rPr lang="ru-RU" dirty="0"/>
              <a:t>Управляет фильтрацией и поиском.</a:t>
            </a:r>
          </a:p>
          <a:p>
            <a:pPr lvl="1"/>
            <a:r>
              <a:rPr lang="ru-RU" dirty="0"/>
              <a:t>Формирует JSON-ответы.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1453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9F343-7542-37D2-9528-C03A58526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Примененные паттерны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3A9441-B848-B12A-E8CD-52E07BF66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err="1"/>
              <a:t>Singleton</a:t>
            </a:r>
            <a:r>
              <a:rPr lang="ru-RU" b="1" dirty="0"/>
              <a:t> (Одиночка):</a:t>
            </a:r>
            <a:endParaRPr lang="ru-RU" dirty="0"/>
          </a:p>
          <a:p>
            <a:pPr lvl="1"/>
            <a:r>
              <a:rPr lang="ru-RU" i="1" dirty="0"/>
              <a:t>Где:</a:t>
            </a:r>
            <a:r>
              <a:rPr lang="ru-RU" dirty="0"/>
              <a:t> </a:t>
            </a:r>
            <a:r>
              <a:rPr lang="ru-RU" dirty="0" err="1"/>
              <a:t>config</a:t>
            </a:r>
            <a:r>
              <a:rPr lang="ru-RU" dirty="0"/>
              <a:t>/db.js</a:t>
            </a:r>
          </a:p>
          <a:p>
            <a:pPr lvl="1"/>
            <a:r>
              <a:rPr lang="ru-RU" i="1" dirty="0"/>
              <a:t>Зачем:</a:t>
            </a:r>
            <a:r>
              <a:rPr lang="ru-RU" dirty="0"/>
              <a:t> Гарантирует единую точку входа для конфигурации базы данных.</a:t>
            </a:r>
          </a:p>
          <a:p>
            <a:r>
              <a:rPr lang="ru-RU" b="1" dirty="0"/>
              <a:t>Factory </a:t>
            </a:r>
            <a:r>
              <a:rPr lang="ru-RU" b="1" dirty="0" err="1"/>
              <a:t>Method</a:t>
            </a:r>
            <a:r>
              <a:rPr lang="ru-RU" b="1" dirty="0"/>
              <a:t> (Фабричный метод):</a:t>
            </a:r>
            <a:endParaRPr lang="ru-RU" dirty="0"/>
          </a:p>
          <a:p>
            <a:pPr lvl="1"/>
            <a:r>
              <a:rPr lang="ru-RU" i="1" dirty="0"/>
              <a:t>Где:</a:t>
            </a:r>
            <a:r>
              <a:rPr lang="ru-RU" dirty="0"/>
              <a:t> </a:t>
            </a:r>
            <a:r>
              <a:rPr lang="ru-RU" dirty="0" err="1"/>
              <a:t>patterns</a:t>
            </a:r>
            <a:r>
              <a:rPr lang="ru-RU" dirty="0"/>
              <a:t>/ExhibitFactory.js</a:t>
            </a:r>
          </a:p>
          <a:p>
            <a:pPr lvl="1"/>
            <a:r>
              <a:rPr lang="ru-RU" i="1" dirty="0"/>
              <a:t>Зачем:</a:t>
            </a:r>
            <a:r>
              <a:rPr lang="ru-RU" dirty="0"/>
              <a:t> Унифицирует создание объектов экспонатов из разных источников.</a:t>
            </a:r>
          </a:p>
          <a:p>
            <a:r>
              <a:rPr lang="ru-RU" b="1" dirty="0"/>
              <a:t>Strategy (Стратегия):</a:t>
            </a:r>
            <a:endParaRPr lang="ru-RU" dirty="0"/>
          </a:p>
          <a:p>
            <a:pPr lvl="1"/>
            <a:r>
              <a:rPr lang="ru-RU" i="1" dirty="0"/>
              <a:t>Где:</a:t>
            </a:r>
            <a:r>
              <a:rPr lang="ru-RU" dirty="0"/>
              <a:t> </a:t>
            </a:r>
            <a:r>
              <a:rPr lang="ru-RU" dirty="0" err="1"/>
              <a:t>patterns</a:t>
            </a:r>
            <a:r>
              <a:rPr lang="ru-RU" dirty="0"/>
              <a:t>/SortStrategy.js</a:t>
            </a:r>
          </a:p>
          <a:p>
            <a:pPr lvl="1"/>
            <a:r>
              <a:rPr lang="ru-RU" i="1" dirty="0"/>
              <a:t>Зачем:</a:t>
            </a:r>
            <a:r>
              <a:rPr lang="ru-RU" dirty="0"/>
              <a:t> Позволяет "на лету" менять алгоритмы сортировки (по дате/имени).</a:t>
            </a:r>
          </a:p>
          <a:p>
            <a:r>
              <a:rPr lang="ru-RU" b="1" dirty="0"/>
              <a:t>Observer (Наблюдатель):</a:t>
            </a:r>
            <a:endParaRPr lang="ru-RU" dirty="0"/>
          </a:p>
          <a:p>
            <a:pPr lvl="1"/>
            <a:r>
              <a:rPr lang="ru-RU" i="1" dirty="0"/>
              <a:t>Где:</a:t>
            </a:r>
            <a:r>
              <a:rPr lang="ru-RU" dirty="0"/>
              <a:t> </a:t>
            </a:r>
            <a:r>
              <a:rPr lang="ru-RU" dirty="0" err="1"/>
              <a:t>patterns</a:t>
            </a:r>
            <a:r>
              <a:rPr lang="ru-RU" dirty="0"/>
              <a:t>/Observer.js</a:t>
            </a:r>
          </a:p>
          <a:p>
            <a:pPr lvl="1"/>
            <a:r>
              <a:rPr lang="ru-RU" i="1" dirty="0"/>
              <a:t>Зачем:</a:t>
            </a:r>
            <a:r>
              <a:rPr lang="ru-RU" dirty="0"/>
              <a:t> Логирование событий системы (создание нового экспоната).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774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D5043-9C4C-E2EC-009C-F2BC74BEF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Технологии и особенности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58130E-0756-9039-FCA9-DE00DF2D6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Стек:</a:t>
            </a:r>
            <a:r>
              <a:rPr lang="ru-RU" dirty="0"/>
              <a:t> </a:t>
            </a:r>
            <a:r>
              <a:rPr lang="en-US" dirty="0"/>
              <a:t>Node.js + Express + Vue.js.</a:t>
            </a:r>
          </a:p>
          <a:p>
            <a:r>
              <a:rPr lang="ru-RU" b="1" dirty="0"/>
              <a:t>Функционал:</a:t>
            </a:r>
            <a:endParaRPr lang="ru-RU" dirty="0"/>
          </a:p>
          <a:p>
            <a:pPr lvl="1"/>
            <a:r>
              <a:rPr lang="ru-RU" dirty="0"/>
              <a:t>Умный поиск (</a:t>
            </a:r>
            <a:r>
              <a:rPr lang="en-US" dirty="0"/>
              <a:t>Full-text search).</a:t>
            </a:r>
          </a:p>
          <a:p>
            <a:pPr lvl="1"/>
            <a:r>
              <a:rPr lang="ru-RU" dirty="0"/>
              <a:t>Множественная фильтрация (Музеи + Типы).</a:t>
            </a:r>
          </a:p>
          <a:p>
            <a:pPr lvl="1"/>
            <a:r>
              <a:rPr lang="en-US" dirty="0"/>
              <a:t>REST API.</a:t>
            </a:r>
          </a:p>
          <a:p>
            <a:r>
              <a:rPr lang="ru-RU" b="1" dirty="0"/>
              <a:t>Особенность реализации:</a:t>
            </a:r>
            <a:endParaRPr lang="ru-RU" dirty="0"/>
          </a:p>
          <a:p>
            <a:pPr lvl="1"/>
            <a:r>
              <a:rPr lang="ru-RU" dirty="0"/>
              <a:t>Режим </a:t>
            </a:r>
            <a:r>
              <a:rPr lang="en-US" b="1" dirty="0"/>
              <a:t>In-Memory Database</a:t>
            </a:r>
            <a:r>
              <a:rPr lang="en-US" dirty="0"/>
              <a:t>.</a:t>
            </a:r>
          </a:p>
          <a:p>
            <a:pPr lvl="1"/>
            <a:r>
              <a:rPr lang="ru-RU" dirty="0"/>
              <a:t>Данные хранятся в оперативной памяти сервера.</a:t>
            </a:r>
          </a:p>
          <a:p>
            <a:pPr lvl="1"/>
            <a:r>
              <a:rPr lang="ru-RU" dirty="0"/>
              <a:t>Обеспечивает мгновенный запуск без установки СУБД (</a:t>
            </a:r>
            <a:r>
              <a:rPr lang="en-US" dirty="0"/>
              <a:t>Portable).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7357851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</TotalTime>
  <Words>313</Words>
  <Application>Microsoft Office PowerPoint</Application>
  <PresentationFormat>Широкоэкранный</PresentationFormat>
  <Paragraphs>44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Ретро</vt:lpstr>
      <vt:lpstr>Каталог музейных  композиций «ArtSee»</vt:lpstr>
      <vt:lpstr>Цель и возможности</vt:lpstr>
      <vt:lpstr>Основные функции и интерфейс</vt:lpstr>
      <vt:lpstr>Архитектура системы (MVC)</vt:lpstr>
      <vt:lpstr>Примененные паттерны </vt:lpstr>
      <vt:lpstr>Технологии и особенности реализации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Kravtsova Ekaterina</dc:creator>
  <cp:lastModifiedBy>Kravtsova Ekaterina</cp:lastModifiedBy>
  <cp:revision>6</cp:revision>
  <dcterms:created xsi:type="dcterms:W3CDTF">2025-12-21T14:57:13Z</dcterms:created>
  <dcterms:modified xsi:type="dcterms:W3CDTF">2026-01-14T11:30:22Z</dcterms:modified>
</cp:coreProperties>
</file>